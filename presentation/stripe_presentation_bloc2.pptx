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2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429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Juin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286000"/>
            <a:ext cx="3520440" cy="109728"/>
          </a:xfrm>
          <a:prstGeom prst="rect">
            <a:avLst/>
          </a:prstGeom>
          <a:solidFill>
            <a:srgbClr val="1D9E75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1148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286000"/>
            <a:ext cx="35204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15968" y="2286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69748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1148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286000"/>
            <a:ext cx="35204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83296" y="2286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69748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1148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391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391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étoile, analytique, vues matérialisées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793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sessions, features ML — schéma flexible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793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Flink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Flink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+ dims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un paiement et son indicateur de fraude écrits atomiquement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: Multi-AZ, réplication synchrone,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devise.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Partitionnement par mois → pruning des requêtes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matérialisée mv_daily_revenue (revenu/jour)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0" y="3749040"/>
            <a:ext cx="0" cy="0"/>
          </a:xfrm>
          <a:prstGeom prst="line">
            <a:avLst/>
          </a:prstGeom>
          <a:noFill/>
          <a:ln w="15875">
            <a:solidFill>
              <a:srgbClr val="C7CB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0" y="3749040"/>
            <a:ext cx="1737360" cy="0"/>
          </a:xfrm>
          <a:prstGeom prst="line">
            <a:avLst/>
          </a:prstGeom>
          <a:noFill/>
          <a:ln w="15875">
            <a:solidFill>
              <a:srgbClr val="C7C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0" y="3749040"/>
            <a:ext cx="0" cy="182880"/>
          </a:xfrm>
          <a:prstGeom prst="line">
            <a:avLst/>
          </a:prstGeom>
          <a:noFill/>
          <a:ln w="15875">
            <a:solidFill>
              <a:srgbClr val="C7CB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0" y="3749040"/>
            <a:ext cx="2103120" cy="182880"/>
          </a:xfrm>
          <a:prstGeom prst="line">
            <a:avLst/>
          </a:prstGeom>
          <a:noFill/>
          <a:ln w="15875">
            <a:solidFill>
              <a:srgbClr val="C7CB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3749040"/>
            <a:ext cx="0" cy="1645920"/>
          </a:xfrm>
          <a:prstGeom prst="line">
            <a:avLst/>
          </a:prstGeom>
          <a:noFill/>
          <a:ln w="15875">
            <a:solidFill>
              <a:srgbClr val="C7CB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103120"/>
            <a:ext cx="1737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379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12680" y="2103120"/>
            <a:ext cx="1737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1268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72200" y="3657600"/>
            <a:ext cx="1737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72200" y="3657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78440" y="3657600"/>
            <a:ext cx="1737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378440" y="3657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75320" y="5120640"/>
            <a:ext cx="1737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5120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dim_currency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38160" y="3337560"/>
            <a:ext cx="201168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38160" y="3337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&amp; accès par service. TTL 90 j (purge RGPD automatique).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user_interactions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Clickstream &amp; funnel de checkout imbriqués (embedding).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Vecteur de features + score + décision par transaction.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quand lu ensemble · Referencing (UUID) vers les données maîtres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consommé par Flink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règles → score ; seuils 0.60 (review) / 0.85 (block)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modèle SageMaker (XGBoost/LSTM), déploiement blue/green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personnelle · Docker Compose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qui tourne réellement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Kafka · Debezium · Flink · Redis · MongoDB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 ~5 tx/s, dashboard Streamlit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Terraform (IaC)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Flink · MWAA · Snowflake · SageMaker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multi-AZ · FinOps / GreenOps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en temps réel (&lt; 100 ms),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local fonctionnel → cible cloud par Terraform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703" y="320040"/>
            <a:ext cx="10434593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75754"/>
            <a:ext cx="11460480" cy="57064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713</Words>
  <Application>Microsoft Macintosh PowerPoint</Application>
  <PresentationFormat>Grand écran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2</cp:revision>
  <dcterms:created xsi:type="dcterms:W3CDTF">2026-06-17T14:39:11Z</dcterms:created>
  <dcterms:modified xsi:type="dcterms:W3CDTF">2026-07-08T13:06:47Z</dcterms:modified>
</cp:coreProperties>
</file>