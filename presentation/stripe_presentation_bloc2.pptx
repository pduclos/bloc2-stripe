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63" r:id="rId11"/>
    <p:sldId id="271" r:id="rId12"/>
    <p:sldId id="277" r:id="rId22"/>
    <p:sldId id="265" r:id="rId13"/>
    <p:sldId id="274" r:id="rId19"/>
    <p:sldId id="276" r:id="rId21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export quotidien réel (compte d’essai)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scoring Python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581" y="380000"/>
            <a:ext cx="8952838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→ Snowflake (compte d’essai, MERGE idempotent)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faits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02" y="380000"/>
            <a:ext cx="91603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 dt_daily_revenue (créée)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Instantané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repli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0,88 · rappel 0,64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localhost:8501 · admin / Bloc2-Demo-2026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19" y="380000"/>
            <a:ext cx="10586761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52" y="380000"/>
            <a:ext cx="105348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432" y="380000"/>
            <a:ext cx="941313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Qualité, données et restitution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EXÉCUTÉES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· make queries-check · make tf-validate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tests de bout en bout au vert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: 9 SQL + 11 MongoDB exécutées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anonymize_customer() · TTL 90 j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fraud_indicators en 1 transaction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MLOPS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 · admin / Bloc2-Demo-2026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: KPIs, alertes, suspects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ML : dérive, précision servie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Evidently · réentraînement automatique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régénérés depuis le code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affirmation se vérifie par une commande du Makefile ou un onglet du dashboard.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