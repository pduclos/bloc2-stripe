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74" r:id="rId19"/>
    <p:sldId id="263" r:id="rId11"/>
    <p:sldId id="271" r:id="rId12"/>
    <p:sldId id="265" r:id="rId13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883" y="380000"/>
            <a:ext cx="8996233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" y="669312"/>
            <a:ext cx="11432000" cy="5519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fallback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test offline : précision 0,95 · rappel 0,97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personnelle · Docker Compose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IaC Terraform (cible)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Flink · MWAA · Snowflake · SageMaker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multi-AZ · FinOps / GreenOps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local testé en CI → cible cloud AWS managée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" y="851780"/>
            <a:ext cx="11432000" cy="51544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3" y="380000"/>
            <a:ext cx="11269293" cy="609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